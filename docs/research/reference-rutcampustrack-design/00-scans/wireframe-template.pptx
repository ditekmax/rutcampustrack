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9" r:id="rId4"/>
    <p:sldId id="27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блон" id="{4DD11FBA-B191-4B1E-971F-D97CDC2B6974}">
          <p14:sldIdLst>
            <p14:sldId id="266"/>
            <p14:sldId id="267"/>
          </p14:sldIdLst>
        </p14:section>
        <p14:section name="Основное" id="{CC88E232-BA83-4225-8890-46513D803968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37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710" y="46"/>
      </p:cViewPr>
      <p:guideLst>
        <p:guide orient="horz" pos="2160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569F4-EA2A-B274-9068-9C3FD8209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6F417E-E8CF-0F59-D7FC-A4E946122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05DD81-22AC-451A-0742-A4BA8D88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F7D94C-3AFD-260A-82F1-AA0B88B3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692FD4-9453-257E-C141-F08B51FB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13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E8FDA-CC55-8607-8E11-2E4B9B0E0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091937-6B20-29E5-15E7-BC48618D7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CE2E3-F7E7-5625-F292-0150960B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EFD9E9-E8AB-7C62-AE72-F38759BB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21C42C-59A7-70EF-F9C6-BE2FD5804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17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65528-1992-AF4B-5B19-C8B13FB4A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724451-E787-604A-56F2-B27B2E608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24E030-8B97-8144-5AAB-FDE966E0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242DA1-D14D-F6D3-6A1C-34CDDC59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E2E281-92B4-CF94-C040-E1026345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5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FD110-692D-530C-4215-A11E9FC0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607DB8-3A30-9518-06BB-9E917D12F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B89088-2C18-D458-72AE-93660425E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C9D276-DC2C-B324-D2A2-A6535379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729F3A-C942-FB7C-3A24-1B5821EE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953408-2055-33DC-1D8F-618C657B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16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0A29B-3F48-934B-4B8D-BC9DD7C7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923FF0-5FF5-DDDB-9843-D6BFDE675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987B02-CB4B-9F6D-06CD-341256686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23254D-71DA-0F8B-91AA-BAB5E8BE2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767F756-2892-F272-45B1-E30E1D58F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74BE57D-50EC-E511-D2D6-FBAD005B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7B8031-E378-CC53-4D2D-48ACEEEA5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48247F-F0CE-FCD3-7565-CB2C40F1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021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E0E1-69E2-13BD-990E-52A1533B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C748F94-3E74-02BD-7185-2CB0B132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15B8B2-46CD-775E-7A40-5F6A35C9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4C014-E834-3FC4-10E2-EC0714FE7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70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BD2EAD2-0655-E14D-880B-B45EC1B1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B16F70-4866-DD38-A2DB-7208D286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A4F78C-8361-1FD2-422A-87F40F45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75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C2F0E-59A8-7476-180B-5F2116136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93A0F-BCC9-F5D2-3736-6D6BE1E8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782033-0C85-16BC-26DD-B16479737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32DE48-88DD-B8DA-5909-29F36D96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066BF1-1304-B99A-87D6-AD3EA37E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DC220F-FA37-166B-9437-2D64DC20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43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A1543-9368-2EA2-045D-730F85B3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4A546D-9B5F-A07C-DEE1-BFB1A9E2B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C69CBE-C764-A103-D40C-84AAA6A49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AD4AA0-124A-9A38-52FF-10A08308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4CE48B-36AC-8223-B743-271CF1C6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21E882-15B5-F6EA-583A-5CEC10C5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36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4D03E-87AD-0FD3-01D7-429DAE0F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9B4D04-1567-AC48-1C7B-EF72FDD6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5B488-9029-6DDA-617E-03241ECF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B3449D-2E69-D639-8689-8C483B3A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6E826-B435-84AA-7369-F1CC503C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97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141BAA4-0D15-ABF8-B9D7-926BC4C78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888BD4-C4BD-3EC9-E75C-D10FCB408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A7A7A5-1CBF-D669-F7F1-ECC6C69F1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10F88-E32F-BF23-2C81-A93B81C7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685E8B-9B4A-07DF-6376-F153348A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12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087D8-D170-D99B-0714-1CB210746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6813D0-E2B7-AEAE-3E85-6D26BF65C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239790-1451-154C-C658-47CE211D5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EE0D0-FC15-4AD6-B0F2-4DCC61B8EC95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E0483D-FA3F-FBAF-5D41-B11D03C48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D949BC-D067-73FF-27E8-06E65C8B2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62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СТУДЕНТ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ED41E-EFB2-66F6-86F6-569FBF6A3540}"/>
              </a:ext>
            </a:extLst>
          </p:cNvPr>
          <p:cNvSpPr txBox="1"/>
          <p:nvPr/>
        </p:nvSpPr>
        <p:spPr>
          <a:xfrm>
            <a:off x="6119088" y="4708553"/>
            <a:ext cx="50494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778617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СТУДЕНТ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637869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СТУДЕНТ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ED41E-EFB2-66F6-86F6-569FBF6A3540}"/>
              </a:ext>
            </a:extLst>
          </p:cNvPr>
          <p:cNvSpPr txBox="1"/>
          <p:nvPr/>
        </p:nvSpPr>
        <p:spPr>
          <a:xfrm>
            <a:off x="6119088" y="4708553"/>
            <a:ext cx="50494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99667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СТУДЕНТ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9034661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46</Words>
  <Application>Microsoft Office PowerPoint</Application>
  <PresentationFormat>Широкоэкранный</PresentationFormat>
  <Paragraphs>12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keysoft.store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Дитковский</dc:creator>
  <cp:lastModifiedBy>Максим Дитковский</cp:lastModifiedBy>
  <cp:revision>64</cp:revision>
  <dcterms:created xsi:type="dcterms:W3CDTF">2026-07-26T18:25:54Z</dcterms:created>
  <dcterms:modified xsi:type="dcterms:W3CDTF">2026-07-28T19:49:42Z</dcterms:modified>
</cp:coreProperties>
</file>