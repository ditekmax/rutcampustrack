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6" r:id="rId4"/>
    <p:sldId id="267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0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37" autoAdjust="0"/>
    <p:restoredTop sz="94660"/>
  </p:normalViewPr>
  <p:slideViewPr>
    <p:cSldViewPr snapToGrid="0" showGuides="1">
      <p:cViewPr varScale="1">
        <p:scale>
          <a:sx n="148" d="100"/>
          <a:sy n="148" d="100"/>
        </p:scale>
        <p:origin x="1084" y="80"/>
      </p:cViewPr>
      <p:guideLst>
        <p:guide orient="horz" pos="2160"/>
        <p:guide pos="30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D569F4-EA2A-B274-9068-9C3FD82095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86F417E-E8CF-0F59-D7FC-A4E946122D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05DD81-22AC-451A-0742-A4BA8D88B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E0D0-FC15-4AD6-B0F2-4DCC61B8EC95}" type="datetimeFigureOut">
              <a:rPr lang="ru-RU" smtClean="0"/>
              <a:t>27.07.2026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F7D94C-3AFD-260A-82F1-AA0B88B39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692FD4-9453-257E-C141-F08B51FB5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CA36-006B-4870-A2AD-5B71E5DE63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9137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5E8FDA-CC55-8607-8E11-2E4B9B0E0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091937-6B20-29E5-15E7-BC48618D7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8CE2E3-F7E7-5625-F292-0150960B4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E0D0-FC15-4AD6-B0F2-4DCC61B8EC95}" type="datetimeFigureOut">
              <a:rPr lang="ru-RU" smtClean="0"/>
              <a:t>27.07.2026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EFD9E9-E8AB-7C62-AE72-F38759BB3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21C42C-59A7-70EF-F9C6-BE2FD5804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CA36-006B-4870-A2AD-5B71E5DE63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0171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A65528-1992-AF4B-5B19-C8B13FB4A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1724451-E787-604A-56F2-B27B2E6086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24E030-8B97-8144-5AAB-FDE966E0B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E0D0-FC15-4AD6-B0F2-4DCC61B8EC95}" type="datetimeFigureOut">
              <a:rPr lang="ru-RU" smtClean="0"/>
              <a:t>27.07.2026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C242DA1-D14D-F6D3-6A1C-34CDDC596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E2E281-92B4-CF94-C040-E10263459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CA36-006B-4870-A2AD-5B71E5DE63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451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7FD110-692D-530C-4215-A11E9FC0F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7607DB8-3A30-9518-06BB-9E917D12F7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AB89088-2C18-D458-72AE-93660425EA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3C9D276-DC2C-B324-D2A2-A6535379F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E0D0-FC15-4AD6-B0F2-4DCC61B8EC95}" type="datetimeFigureOut">
              <a:rPr lang="ru-RU" smtClean="0"/>
              <a:t>27.07.2026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B729F3A-C942-FB7C-3A24-1B5821EEF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A953408-2055-33DC-1D8F-618C657BE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CA36-006B-4870-A2AD-5B71E5DE63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5165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E0A29B-3F48-934B-4B8D-BC9DD7C7E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C923FF0-5FF5-DDDB-9843-D6BFDE6750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9987B02-CB4B-9F6D-06CD-341256686C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C23254D-71DA-0F8B-91AA-BAB5E8BE24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767F756-2892-F272-45B1-E30E1D58FE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74BE57D-50EC-E511-D2D6-FBAD005B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E0D0-FC15-4AD6-B0F2-4DCC61B8EC95}" type="datetimeFigureOut">
              <a:rPr lang="ru-RU" smtClean="0"/>
              <a:t>27.07.2026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77B8031-E378-CC53-4D2D-48ACEEEA5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C48247F-F0CE-FCD3-7565-CB2C40F1F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CA36-006B-4870-A2AD-5B71E5DE63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8021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F2E0E1-69E2-13BD-990E-52A1533B3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C748F94-3E74-02BD-7185-2CB0B132D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E0D0-FC15-4AD6-B0F2-4DCC61B8EC95}" type="datetimeFigureOut">
              <a:rPr lang="ru-RU" smtClean="0"/>
              <a:t>27.07.2026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115B8B2-46CD-775E-7A40-5F6A35C98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864C014-E834-3FC4-10E2-EC0714FE7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CA36-006B-4870-A2AD-5B71E5DE63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1708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BD2EAD2-0655-E14D-880B-B45EC1B15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E0D0-FC15-4AD6-B0F2-4DCC61B8EC95}" type="datetimeFigureOut">
              <a:rPr lang="ru-RU" smtClean="0"/>
              <a:t>27.07.2026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6B16F70-4866-DD38-A2DB-7208D2865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3A4F78C-8361-1FD2-422A-87F40F45F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CA36-006B-4870-A2AD-5B71E5DE63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0750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EC2F0E-59A8-7476-180B-5F2116136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B93A0F-BCC9-F5D2-3736-6D6BE1E86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7782033-0C85-16BC-26DD-B164797377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A32DE48-88DD-B8DA-5909-29F36D96B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E0D0-FC15-4AD6-B0F2-4DCC61B8EC95}" type="datetimeFigureOut">
              <a:rPr lang="ru-RU" smtClean="0"/>
              <a:t>27.07.2026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0066BF1-1304-B99A-87D6-AD3EA37E0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3DC220F-FA37-166B-9437-2D64DC209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CA36-006B-4870-A2AD-5B71E5DE63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9432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4A1543-9368-2EA2-045D-730F85B3B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74A546D-9B5F-A07C-DEE1-BFB1A9E2B7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5C69CBE-C764-A103-D40C-84AAA6A49A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7AD4AA0-124A-9A38-52FF-10A08308C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E0D0-FC15-4AD6-B0F2-4DCC61B8EC95}" type="datetimeFigureOut">
              <a:rPr lang="ru-RU" smtClean="0"/>
              <a:t>27.07.2026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A4CE48B-36AC-8223-B743-271CF1C68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E21E882-15B5-F6EA-583A-5CEC10C51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CA36-006B-4870-A2AD-5B71E5DE63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0363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14D03E-87AD-0FD3-01D7-429DAE0FF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19B4D04-1567-AC48-1C7B-EF72FDD6C1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55B488-9029-6DDA-617E-03241ECF2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E0D0-FC15-4AD6-B0F2-4DCC61B8EC95}" type="datetimeFigureOut">
              <a:rPr lang="ru-RU" smtClean="0"/>
              <a:t>27.07.2026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DB3449D-2E69-D639-8689-8C483B3AE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F6E826-B435-84AA-7369-F1CC503CC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CA36-006B-4870-A2AD-5B71E5DE63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2971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141BAA4-0D15-ABF8-B9D7-926BC4C78E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A888BD4-C4BD-3EC9-E75C-D10FCB4082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A7A7A5-1CBF-D669-F7F1-ECC6C69F1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E0D0-FC15-4AD6-B0F2-4DCC61B8EC95}" type="datetimeFigureOut">
              <a:rPr lang="ru-RU" smtClean="0"/>
              <a:t>27.07.2026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810F88-E32F-BF23-2C81-A93B81C71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685E8B-9B4A-07DF-6376-F153348A8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CA36-006B-4870-A2AD-5B71E5DE63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2124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8087D8-D170-D99B-0714-1CB210746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36813D0-E2B7-AEAE-3E85-6D26BF65C8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239790-1451-154C-C658-47CE211D54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5EE0D0-FC15-4AD6-B0F2-4DCC61B8EC95}" type="datetimeFigureOut">
              <a:rPr lang="ru-RU" smtClean="0"/>
              <a:t>27.07.2026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7E0483D-FA3F-FBAF-5D41-B11D03C482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BD949BC-D067-73FF-27E8-06E65C8B29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61CA36-006B-4870-A2AD-5B71E5DE63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2624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55DE34E-1F52-2BE9-468C-A5BC762F6445}"/>
              </a:ext>
            </a:extLst>
          </p:cNvPr>
          <p:cNvSpPr>
            <a:spLocks/>
          </p:cNvSpPr>
          <p:nvPr/>
        </p:nvSpPr>
        <p:spPr>
          <a:xfrm>
            <a:off x="4800600" y="0"/>
            <a:ext cx="7391399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B8CB585-D000-9D9E-13D0-F9ED93B0ED70}"/>
              </a:ext>
            </a:extLst>
          </p:cNvPr>
          <p:cNvSpPr/>
          <p:nvPr/>
        </p:nvSpPr>
        <p:spPr>
          <a:xfrm>
            <a:off x="1" y="0"/>
            <a:ext cx="48006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ПК – 001 – СТРАНИЦА ВСЕ – ВХОД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A6BACE-FADE-7E5D-4C20-821ABD1C29EE}"/>
              </a:ext>
            </a:extLst>
          </p:cNvPr>
          <p:cNvSpPr txBox="1"/>
          <p:nvPr/>
        </p:nvSpPr>
        <p:spPr>
          <a:xfrm>
            <a:off x="191164" y="1110702"/>
            <a:ext cx="4376544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100" dirty="0"/>
              <a:t>1 – именно дизайн не придуман но есть функциональность. По дизайну будет либо по середине форма, либо разделение экрана и картинки приложения или анимация или иллюстрации какие-то или вообще просто лого или что-то более креативное.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8F92FAC-F412-62C0-0CEB-987BFA216FDC}"/>
              </a:ext>
            </a:extLst>
          </p:cNvPr>
          <p:cNvSpPr/>
          <p:nvPr/>
        </p:nvSpPr>
        <p:spPr>
          <a:xfrm>
            <a:off x="7160654" y="1772578"/>
            <a:ext cx="3047999" cy="33546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75C713-CE3A-A55E-9E2E-7AEC58BD1735}"/>
              </a:ext>
            </a:extLst>
          </p:cNvPr>
          <p:cNvSpPr txBox="1"/>
          <p:nvPr/>
        </p:nvSpPr>
        <p:spPr>
          <a:xfrm>
            <a:off x="7673479" y="1847979"/>
            <a:ext cx="104708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Логин и пароль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AD9DD2-988D-DBC0-1C32-AF8644732E92}"/>
              </a:ext>
            </a:extLst>
          </p:cNvPr>
          <p:cNvSpPr txBox="1"/>
          <p:nvPr/>
        </p:nvSpPr>
        <p:spPr>
          <a:xfrm>
            <a:off x="9059301" y="1847979"/>
            <a:ext cx="25398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OTP</a:t>
            </a:r>
            <a:endParaRPr lang="ru-RU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637D22-8BD8-0A1E-93CC-50DE29341B12}"/>
              </a:ext>
            </a:extLst>
          </p:cNvPr>
          <p:cNvSpPr txBox="1"/>
          <p:nvPr/>
        </p:nvSpPr>
        <p:spPr>
          <a:xfrm>
            <a:off x="9652020" y="1847979"/>
            <a:ext cx="18755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QR</a:t>
            </a:r>
            <a:endParaRPr lang="ru-RU" sz="1200" dirty="0"/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6392AF72-79E3-0C11-27C4-7AA378DA0B83}"/>
              </a:ext>
            </a:extLst>
          </p:cNvPr>
          <p:cNvGrpSpPr/>
          <p:nvPr/>
        </p:nvGrpSpPr>
        <p:grpSpPr>
          <a:xfrm>
            <a:off x="6040191" y="2308438"/>
            <a:ext cx="1167685" cy="794229"/>
            <a:chOff x="6040191" y="2308438"/>
            <a:chExt cx="1167685" cy="794229"/>
          </a:xfrm>
        </p:grpSpPr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A5C018E9-8331-0EB8-EE15-CEA4CC882C92}"/>
                </a:ext>
              </a:extLst>
            </p:cNvPr>
            <p:cNvSpPr/>
            <p:nvPr/>
          </p:nvSpPr>
          <p:spPr>
            <a:xfrm>
              <a:off x="6040191" y="2308438"/>
              <a:ext cx="1167685" cy="33173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9DCCF6CE-9862-56F5-8AF6-E4A2285C7EE5}"/>
                </a:ext>
              </a:extLst>
            </p:cNvPr>
            <p:cNvSpPr/>
            <p:nvPr/>
          </p:nvSpPr>
          <p:spPr>
            <a:xfrm>
              <a:off x="6040191" y="2770935"/>
              <a:ext cx="1167685" cy="33173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EEF15D3-504F-CD5D-AD41-B92C8B350DBA}"/>
                </a:ext>
              </a:extLst>
            </p:cNvPr>
            <p:cNvSpPr txBox="1"/>
            <p:nvPr/>
          </p:nvSpPr>
          <p:spPr>
            <a:xfrm>
              <a:off x="6229694" y="2381971"/>
              <a:ext cx="394339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ru-RU" sz="1200" dirty="0"/>
                <a:t>Логин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33FFCEA-0FB8-004E-360E-6D7A3D78E677}"/>
                </a:ext>
              </a:extLst>
            </p:cNvPr>
            <p:cNvSpPr txBox="1"/>
            <p:nvPr/>
          </p:nvSpPr>
          <p:spPr>
            <a:xfrm>
              <a:off x="6229694" y="2844468"/>
              <a:ext cx="479618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ru-RU" sz="1200" dirty="0"/>
                <a:t>Пароль</a:t>
              </a:r>
            </a:p>
          </p:txBody>
        </p:sp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9E4F8547-1237-D5BA-265B-D21CBB0BFB3C}"/>
              </a:ext>
            </a:extLst>
          </p:cNvPr>
          <p:cNvGrpSpPr/>
          <p:nvPr/>
        </p:nvGrpSpPr>
        <p:grpSpPr>
          <a:xfrm>
            <a:off x="7613177" y="2308438"/>
            <a:ext cx="1167685" cy="331732"/>
            <a:chOff x="6040191" y="2308438"/>
            <a:chExt cx="1167685" cy="331732"/>
          </a:xfrm>
        </p:grpSpPr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42F0F8A5-072F-75AD-6318-3011FA9C67AB}"/>
                </a:ext>
              </a:extLst>
            </p:cNvPr>
            <p:cNvSpPr/>
            <p:nvPr/>
          </p:nvSpPr>
          <p:spPr>
            <a:xfrm>
              <a:off x="6040191" y="2308438"/>
              <a:ext cx="1167685" cy="33173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DBF86F2-3DF3-BEC4-0F2C-3EDE679EDA63}"/>
                </a:ext>
              </a:extLst>
            </p:cNvPr>
            <p:cNvSpPr txBox="1"/>
            <p:nvPr/>
          </p:nvSpPr>
          <p:spPr>
            <a:xfrm>
              <a:off x="6229694" y="2381971"/>
              <a:ext cx="539763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ru-RU" sz="1200" dirty="0"/>
                <a:t>ОТП код</a:t>
              </a:r>
            </a:p>
          </p:txBody>
        </p:sp>
      </p:grp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D17E5055-A3DF-6DB2-8A0F-846ED2A8009C}"/>
              </a:ext>
            </a:extLst>
          </p:cNvPr>
          <p:cNvGrpSpPr/>
          <p:nvPr/>
        </p:nvGrpSpPr>
        <p:grpSpPr>
          <a:xfrm>
            <a:off x="9116095" y="2308438"/>
            <a:ext cx="1167685" cy="1120562"/>
            <a:chOff x="6040191" y="2308438"/>
            <a:chExt cx="1167685" cy="1120562"/>
          </a:xfrm>
        </p:grpSpPr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8BEB93BD-D6A2-0057-C2C2-31A1C541A705}"/>
                </a:ext>
              </a:extLst>
            </p:cNvPr>
            <p:cNvSpPr/>
            <p:nvPr/>
          </p:nvSpPr>
          <p:spPr>
            <a:xfrm>
              <a:off x="6040191" y="2308438"/>
              <a:ext cx="1167685" cy="112056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5C5622B-C73B-D79E-A297-F09CCDD6501F}"/>
                </a:ext>
              </a:extLst>
            </p:cNvPr>
            <p:cNvSpPr txBox="1"/>
            <p:nvPr/>
          </p:nvSpPr>
          <p:spPr>
            <a:xfrm>
              <a:off x="6229694" y="2381971"/>
              <a:ext cx="456792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/>
                <a:t>QR </a:t>
              </a:r>
              <a:r>
                <a:rPr lang="ru-RU" sz="1200" dirty="0"/>
                <a:t>код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AE574BF1-5E90-C461-E9DD-1004EBEF21C6}"/>
              </a:ext>
            </a:extLst>
          </p:cNvPr>
          <p:cNvSpPr txBox="1"/>
          <p:nvPr/>
        </p:nvSpPr>
        <p:spPr>
          <a:xfrm>
            <a:off x="191164" y="1940312"/>
            <a:ext cx="4376544" cy="5078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100" dirty="0"/>
              <a:t>2 – есть вход как по логину и паролю, так и по одноразовому коду из бота по команде на клавиатуре или команде через слеш, а так же по </a:t>
            </a:r>
            <a:r>
              <a:rPr lang="en-US" sz="1100" dirty="0"/>
              <a:t>QR </a:t>
            </a:r>
            <a:r>
              <a:rPr lang="ru-RU" sz="1100" dirty="0"/>
              <a:t>коду из </a:t>
            </a:r>
            <a:r>
              <a:rPr lang="en-US" sz="1100" dirty="0"/>
              <a:t>telegram mini app </a:t>
            </a:r>
            <a:r>
              <a:rPr lang="ru-RU" sz="1100" dirty="0"/>
              <a:t>и </a:t>
            </a:r>
            <a:r>
              <a:rPr lang="en-US" sz="1100" dirty="0"/>
              <a:t>PWA </a:t>
            </a:r>
            <a:endParaRPr lang="ru-RU" sz="11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89009E6-B836-C513-E3A5-C9651C3B1CBC}"/>
              </a:ext>
            </a:extLst>
          </p:cNvPr>
          <p:cNvSpPr txBox="1"/>
          <p:nvPr/>
        </p:nvSpPr>
        <p:spPr>
          <a:xfrm>
            <a:off x="9292803" y="3629391"/>
            <a:ext cx="99097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Забыли пароль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AB66FF2-563F-B20C-83FC-2418304B6BA2}"/>
              </a:ext>
            </a:extLst>
          </p:cNvPr>
          <p:cNvSpPr txBox="1"/>
          <p:nvPr/>
        </p:nvSpPr>
        <p:spPr>
          <a:xfrm>
            <a:off x="191164" y="2570825"/>
            <a:ext cx="4376544" cy="13542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100" dirty="0"/>
              <a:t>3 – забыли пароль – функционал который надо </a:t>
            </a:r>
            <a:r>
              <a:rPr lang="ru-RU" sz="1100" dirty="0" err="1"/>
              <a:t>придумтаь</a:t>
            </a:r>
            <a:r>
              <a:rPr lang="ru-RU" sz="1100" dirty="0"/>
              <a:t> как реализовать корректно на </a:t>
            </a:r>
            <a:r>
              <a:rPr lang="ru-RU" sz="1100" dirty="0" err="1"/>
              <a:t>бекенде</a:t>
            </a:r>
            <a:r>
              <a:rPr lang="ru-RU" sz="1100" dirty="0"/>
              <a:t> он есть но не использовался. Я предполагаю так – можно по </a:t>
            </a:r>
            <a:r>
              <a:rPr lang="en-US" sz="1100" dirty="0"/>
              <a:t>email </a:t>
            </a:r>
            <a:r>
              <a:rPr lang="ru-RU" sz="1100" dirty="0"/>
              <a:t>те в профиле привязывается </a:t>
            </a:r>
            <a:r>
              <a:rPr lang="en-US" sz="1100" dirty="0"/>
              <a:t>email </a:t>
            </a:r>
            <a:r>
              <a:rPr lang="ru-RU" sz="1100" dirty="0"/>
              <a:t>и по нему если что восстанавливается второй вариант – по телеграмм </a:t>
            </a:r>
            <a:r>
              <a:rPr lang="en-US" sz="1100" dirty="0"/>
              <a:t>id </a:t>
            </a:r>
            <a:r>
              <a:rPr lang="ru-RU" sz="1100" dirty="0"/>
              <a:t>когда в бот приходит уведомление с кодом или ссылкой на сброс пароля и там вводится новый пароль, третий вариант – староста сбрасывает пароль и генерируется новый который видит староста и даёт пользователю тот сменяет его</a:t>
            </a:r>
          </a:p>
        </p:txBody>
      </p:sp>
    </p:spTree>
    <p:extLst>
      <p:ext uri="{BB962C8B-B14F-4D97-AF65-F5344CB8AC3E}">
        <p14:creationId xmlns:p14="http://schemas.microsoft.com/office/powerpoint/2010/main" val="3738758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BBF1D13-CE06-C806-8463-F69A90EE5805}"/>
              </a:ext>
            </a:extLst>
          </p:cNvPr>
          <p:cNvSpPr/>
          <p:nvPr/>
        </p:nvSpPr>
        <p:spPr>
          <a:xfrm>
            <a:off x="1" y="0"/>
            <a:ext cx="48006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ПК – 001 – СТРАНИЦА ВСЕ – ВХОД 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437AA22-DE2F-A879-84F5-0810F36EAB2D}"/>
              </a:ext>
            </a:extLst>
          </p:cNvPr>
          <p:cNvSpPr/>
          <p:nvPr/>
        </p:nvSpPr>
        <p:spPr>
          <a:xfrm>
            <a:off x="4800601" y="0"/>
            <a:ext cx="7391398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Job </a:t>
            </a:r>
            <a:r>
              <a:rPr lang="ru-RU" dirty="0"/>
              <a:t>и</a:t>
            </a:r>
            <a:r>
              <a:rPr lang="en-US" dirty="0"/>
              <a:t> User Story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36B0A3-EADC-13E1-99CB-6B2A5EA9B5BD}"/>
              </a:ext>
            </a:extLst>
          </p:cNvPr>
          <p:cNvSpPr txBox="1"/>
          <p:nvPr/>
        </p:nvSpPr>
        <p:spPr>
          <a:xfrm>
            <a:off x="191164" y="1247804"/>
            <a:ext cx="4376544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100" dirty="0"/>
              <a:t>После входа переходит всегда система на главную </a:t>
            </a:r>
            <a:r>
              <a:rPr lang="ru-RU" sz="1100" dirty="0" err="1"/>
              <a:t>старницу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2799204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55DE34E-1F52-2BE9-468C-A5BC762F6445}"/>
              </a:ext>
            </a:extLst>
          </p:cNvPr>
          <p:cNvSpPr>
            <a:spLocks/>
          </p:cNvSpPr>
          <p:nvPr/>
        </p:nvSpPr>
        <p:spPr>
          <a:xfrm>
            <a:off x="4800600" y="0"/>
            <a:ext cx="7391399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B8CB585-D000-9D9E-13D0-F9ED93B0ED70}"/>
              </a:ext>
            </a:extLst>
          </p:cNvPr>
          <p:cNvSpPr/>
          <p:nvPr/>
        </p:nvSpPr>
        <p:spPr>
          <a:xfrm>
            <a:off x="1" y="0"/>
            <a:ext cx="48006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ПК – </a:t>
            </a:r>
            <a:r>
              <a:rPr lang="en-US" dirty="0"/>
              <a:t>XXX</a:t>
            </a:r>
            <a:r>
              <a:rPr lang="ru-RU" dirty="0"/>
              <a:t> – СТРАНИЦА СТУДЕНТ – </a:t>
            </a:r>
            <a:r>
              <a:rPr lang="en-US" dirty="0"/>
              <a:t>XXX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9ED41E-EFB2-66F6-86F6-569FBF6A3540}"/>
              </a:ext>
            </a:extLst>
          </p:cNvPr>
          <p:cNvSpPr txBox="1"/>
          <p:nvPr/>
        </p:nvSpPr>
        <p:spPr>
          <a:xfrm>
            <a:off x="6119088" y="4708553"/>
            <a:ext cx="504946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пример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A6BACE-FADE-7E5D-4C20-821ABD1C29EE}"/>
              </a:ext>
            </a:extLst>
          </p:cNvPr>
          <p:cNvSpPr txBox="1"/>
          <p:nvPr/>
        </p:nvSpPr>
        <p:spPr>
          <a:xfrm>
            <a:off x="191164" y="1110702"/>
            <a:ext cx="4376544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dirty="0"/>
              <a:t>-----------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2778617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BBF1D13-CE06-C806-8463-F69A90EE5805}"/>
              </a:ext>
            </a:extLst>
          </p:cNvPr>
          <p:cNvSpPr/>
          <p:nvPr/>
        </p:nvSpPr>
        <p:spPr>
          <a:xfrm>
            <a:off x="1" y="0"/>
            <a:ext cx="48006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ПК – </a:t>
            </a:r>
            <a:r>
              <a:rPr lang="en-US" dirty="0"/>
              <a:t>XXX</a:t>
            </a:r>
            <a:r>
              <a:rPr lang="ru-RU" dirty="0"/>
              <a:t> – СТРАНИЦА СТУДЕНТ – </a:t>
            </a:r>
            <a:r>
              <a:rPr lang="en-US" dirty="0"/>
              <a:t>XXX</a:t>
            </a:r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437AA22-DE2F-A879-84F5-0810F36EAB2D}"/>
              </a:ext>
            </a:extLst>
          </p:cNvPr>
          <p:cNvSpPr/>
          <p:nvPr/>
        </p:nvSpPr>
        <p:spPr>
          <a:xfrm>
            <a:off x="4800601" y="0"/>
            <a:ext cx="7391398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Job </a:t>
            </a:r>
            <a:r>
              <a:rPr lang="ru-RU" dirty="0"/>
              <a:t>и</a:t>
            </a:r>
            <a:r>
              <a:rPr lang="en-US" dirty="0"/>
              <a:t> User Story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36B0A3-EADC-13E1-99CB-6B2A5EA9B5BD}"/>
              </a:ext>
            </a:extLst>
          </p:cNvPr>
          <p:cNvSpPr txBox="1"/>
          <p:nvPr/>
        </p:nvSpPr>
        <p:spPr>
          <a:xfrm>
            <a:off x="191164" y="1247804"/>
            <a:ext cx="4376544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dirty="0"/>
              <a:t>-------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263786972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220</Words>
  <Application>Microsoft Office PowerPoint</Application>
  <PresentationFormat>Широкоэкранный</PresentationFormat>
  <Paragraphs>21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keysoft.store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Максим Дитковский</dc:creator>
  <cp:lastModifiedBy>Максим Дитковский</cp:lastModifiedBy>
  <cp:revision>63</cp:revision>
  <dcterms:created xsi:type="dcterms:W3CDTF">2026-07-26T18:25:54Z</dcterms:created>
  <dcterms:modified xsi:type="dcterms:W3CDTF">2026-07-27T18:27:46Z</dcterms:modified>
</cp:coreProperties>
</file>