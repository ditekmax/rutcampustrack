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9" r:id="rId4"/>
    <p:sldId id="270" r:id="rId5"/>
    <p:sldId id="271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блон" id="{4DD11FBA-B191-4B1E-971F-D97CDC2B6974}">
          <p14:sldIdLst>
            <p14:sldId id="266"/>
            <p14:sldId id="267"/>
          </p14:sldIdLst>
        </p14:section>
        <p14:section name="Основное" id="{CC88E232-BA83-4225-8890-46513D803968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7" autoAdjust="0"/>
    <p:restoredTop sz="94660"/>
  </p:normalViewPr>
  <p:slideViewPr>
    <p:cSldViewPr snapToGrid="0" showGuides="1">
      <p:cViewPr varScale="1">
        <p:scale>
          <a:sx n="148" d="100"/>
          <a:sy n="148" d="100"/>
        </p:scale>
        <p:origin x="1084" y="80"/>
      </p:cViewPr>
      <p:guideLst>
        <p:guide orient="horz" pos="2160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569F4-EA2A-B274-9068-9C3FD8209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6F417E-E8CF-0F59-D7FC-A4E946122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05DD81-22AC-451A-0742-A4BA8D88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F7D94C-3AFD-260A-82F1-AA0B88B3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692FD4-9453-257E-C141-F08B51FB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13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E8FDA-CC55-8607-8E11-2E4B9B0E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91937-6B20-29E5-15E7-BC48618D7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CE2E3-F7E7-5625-F292-0150960B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FD9E9-E8AB-7C62-AE72-F38759BB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1C42C-59A7-70EF-F9C6-BE2FD5804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17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65528-1992-AF4B-5B19-C8B13FB4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724451-E787-604A-56F2-B27B2E608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24E030-8B97-8144-5AAB-FDE966E0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242DA1-D14D-F6D3-6A1C-34CDDC59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E2E281-92B4-CF94-C040-E1026345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FD110-692D-530C-4215-A11E9FC0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607DB8-3A30-9518-06BB-9E917D12F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B89088-2C18-D458-72AE-93660425E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C9D276-DC2C-B324-D2A2-A6535379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729F3A-C942-FB7C-3A24-1B5821EE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953408-2055-33DC-1D8F-618C657B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6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0A29B-3F48-934B-4B8D-BC9DD7C7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923FF0-5FF5-DDDB-9843-D6BFDE67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987B02-CB4B-9F6D-06CD-341256686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23254D-71DA-0F8B-91AA-BAB5E8BE2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67F756-2892-F272-45B1-E30E1D58F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4BE57D-50EC-E511-D2D6-FBAD005B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7B8031-E378-CC53-4D2D-48ACEEEA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48247F-F0CE-FCD3-7565-CB2C40F1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2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E0E1-69E2-13BD-990E-52A1533B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748F94-3E74-02BD-7185-2CB0B132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15B8B2-46CD-775E-7A40-5F6A35C9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4C014-E834-3FC4-10E2-EC0714FE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70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D2EAD2-0655-E14D-880B-B45EC1B1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B16F70-4866-DD38-A2DB-7208D286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A4F78C-8361-1FD2-422A-87F40F45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75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C2F0E-59A8-7476-180B-5F211613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93A0F-BCC9-F5D2-3736-6D6BE1E8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82033-0C85-16BC-26DD-B16479737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2DE48-88DD-B8DA-5909-29F36D96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066BF1-1304-B99A-87D6-AD3EA37E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DC220F-FA37-166B-9437-2D64DC20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43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A1543-9368-2EA2-045D-730F85B3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4A546D-9B5F-A07C-DEE1-BFB1A9E2B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C69CBE-C764-A103-D40C-84AAA6A4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AD4AA0-124A-9A38-52FF-10A08308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4CE48B-36AC-8223-B743-271CF1C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21E882-15B5-F6EA-583A-5CEC10C5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36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4D03E-87AD-0FD3-01D7-429DAE0F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9B4D04-1567-AC48-1C7B-EF72FDD6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5B488-9029-6DDA-617E-03241ECF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B3449D-2E69-D639-8689-8C483B3A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6E826-B435-84AA-7369-F1CC503C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7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41BAA4-0D15-ABF8-B9D7-926BC4C78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888BD4-C4BD-3EC9-E75C-D10FCB408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A7A7A5-1CBF-D669-F7F1-ECC6C69F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10F88-E32F-BF23-2C81-A93B81C7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685E8B-9B4A-07DF-6376-F153348A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12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087D8-D170-D99B-0714-1CB21074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6813D0-E2B7-AEAE-3E85-6D26BF65C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39790-1451-154C-C658-47CE211D5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E0483D-FA3F-FBAF-5D41-B11D03C48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D949BC-D067-73FF-27E8-06E65C8B2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2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УЧИТЕЛЬ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6119088" y="4708553"/>
            <a:ext cx="5049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77861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УЧИТЕЛЬ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37869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121 – СТРАНИЦА УЧИТЕЛЬ – ГЛАВНАЯ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862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учитель так же может переключаться, соответственно нам надо поменять механизм генерирования логина и не сразу давать данные и поменять базу на юзеров может</a:t>
            </a:r>
          </a:p>
          <a:p>
            <a:endParaRPr lang="ru-RU" sz="1100" dirty="0"/>
          </a:p>
          <a:p>
            <a:r>
              <a:rPr lang="ru-RU" sz="1100" dirty="0"/>
              <a:t>2 – карта абсолютно аналогичная как и у студента и у старосты</a:t>
            </a:r>
          </a:p>
          <a:p>
            <a:endParaRPr lang="ru-RU" sz="1100" dirty="0"/>
          </a:p>
          <a:p>
            <a:r>
              <a:rPr lang="ru-RU" sz="1100" dirty="0"/>
              <a:t>3 – мои предметы – при нажатии на строчку открывается посещаемость сразу с этими фильтрами</a:t>
            </a:r>
          </a:p>
          <a:p>
            <a:endParaRPr lang="ru-RU" sz="1100" dirty="0"/>
          </a:p>
          <a:p>
            <a:r>
              <a:rPr lang="ru-RU" sz="1100" dirty="0"/>
              <a:t>4 – а если нажать на мои группы и там нажать на группу то открывается страница со статистикой по группе по которой нажали</a:t>
            </a: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634ED1EA-2D56-294C-4787-BA1850F26159}"/>
              </a:ext>
            </a:extLst>
          </p:cNvPr>
          <p:cNvGrpSpPr/>
          <p:nvPr/>
        </p:nvGrpSpPr>
        <p:grpSpPr>
          <a:xfrm>
            <a:off x="4928314" y="96316"/>
            <a:ext cx="7180628" cy="1014386"/>
            <a:chOff x="4928314" y="96316"/>
            <a:chExt cx="7180628" cy="1014386"/>
          </a:xfrm>
        </p:grpSpPr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B20A37EC-0E16-7DD0-8341-804A8443F5D1}"/>
                </a:ext>
              </a:extLst>
            </p:cNvPr>
            <p:cNvGrpSpPr/>
            <p:nvPr/>
          </p:nvGrpSpPr>
          <p:grpSpPr>
            <a:xfrm>
              <a:off x="4928314" y="128790"/>
              <a:ext cx="2627291" cy="287630"/>
              <a:chOff x="1803041" y="2137890"/>
              <a:chExt cx="2843903" cy="523744"/>
            </a:xfrm>
          </p:grpSpPr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9C6A1A4B-C3CB-AA4D-8C96-8C26B03204CD}"/>
                  </a:ext>
                </a:extLst>
              </p:cNvPr>
              <p:cNvSpPr/>
              <p:nvPr/>
            </p:nvSpPr>
            <p:spPr>
              <a:xfrm>
                <a:off x="1803041" y="2137894"/>
                <a:ext cx="2843903" cy="52374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57" name="Группа 56">
                <a:extLst>
                  <a:ext uri="{FF2B5EF4-FFF2-40B4-BE49-F238E27FC236}">
                    <a16:creationId xmlns:a16="http://schemas.microsoft.com/office/drawing/2014/main" id="{EAF6A6F1-9AA2-213D-AD82-AE7DC222AAD3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2244647" cy="504385"/>
                <a:chOff x="2082085" y="1725766"/>
                <a:chExt cx="2244647" cy="504385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143E69E-7ABD-A6CE-C21B-E8DC67C34381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6D13451-ABF6-DD48-85B8-EFBC18BAF502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F710DC4-09C1-E213-7901-3422CD50B508}"/>
                    </a:ext>
                  </a:extLst>
                </p:cNvPr>
                <p:cNvSpPr txBox="1"/>
                <p:nvPr/>
              </p:nvSpPr>
              <p:spPr>
                <a:xfrm>
                  <a:off x="3566659" y="1725766"/>
                  <a:ext cx="760073" cy="50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Учитель</a:t>
                  </a:r>
                </a:p>
              </p:txBody>
            </p:sp>
          </p:grpSp>
        </p:grpSp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EE931AC0-C04C-B0E0-B6D1-4421937726AC}"/>
                </a:ext>
              </a:extLst>
            </p:cNvPr>
            <p:cNvGrpSpPr/>
            <p:nvPr/>
          </p:nvGrpSpPr>
          <p:grpSpPr>
            <a:xfrm>
              <a:off x="4928315" y="598868"/>
              <a:ext cx="4738618" cy="184666"/>
              <a:chOff x="2659614" y="2814035"/>
              <a:chExt cx="4738618" cy="184666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CF0E6E7-EBEC-2699-DAD7-BE30C978B0EF}"/>
                  </a:ext>
                </a:extLst>
              </p:cNvPr>
              <p:cNvSpPr txBox="1"/>
              <p:nvPr/>
            </p:nvSpPr>
            <p:spPr>
              <a:xfrm>
                <a:off x="2659614" y="2814035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E40C549-3B66-F9F4-2050-57693DAEFC2A}"/>
                  </a:ext>
                </a:extLst>
              </p:cNvPr>
              <p:cNvSpPr txBox="1"/>
              <p:nvPr/>
            </p:nvSpPr>
            <p:spPr>
              <a:xfrm>
                <a:off x="3353373" y="2814035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AF088A0-53B1-D77B-603E-889A022B382B}"/>
                  </a:ext>
                </a:extLst>
              </p:cNvPr>
              <p:cNvSpPr txBox="1"/>
              <p:nvPr/>
            </p:nvSpPr>
            <p:spPr>
              <a:xfrm>
                <a:off x="4497961" y="2814035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B75FBD0-E28A-223C-477C-C36DA010C115}"/>
                  </a:ext>
                </a:extLst>
              </p:cNvPr>
              <p:cNvSpPr txBox="1"/>
              <p:nvPr/>
            </p:nvSpPr>
            <p:spPr>
              <a:xfrm>
                <a:off x="5382668" y="2814035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F2439BE-F8A2-937C-894B-510C538998F7}"/>
                  </a:ext>
                </a:extLst>
              </p:cNvPr>
              <p:cNvSpPr txBox="1"/>
              <p:nvPr/>
            </p:nvSpPr>
            <p:spPr>
              <a:xfrm>
                <a:off x="6844072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184EFBD-3106-4CFD-85A9-4431581215E4}"/>
                  </a:ext>
                </a:extLst>
              </p:cNvPr>
              <p:cNvSpPr txBox="1"/>
              <p:nvPr/>
            </p:nvSpPr>
            <p:spPr>
              <a:xfrm>
                <a:off x="7398167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b="1" dirty="0"/>
              </a:p>
            </p:txBody>
          </p:sp>
        </p:grp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CA2BF00A-C9EC-69AE-8E5B-0D66CA87D754}"/>
                </a:ext>
              </a:extLst>
            </p:cNvPr>
            <p:cNvSpPr/>
            <p:nvPr/>
          </p:nvSpPr>
          <p:spPr>
            <a:xfrm>
              <a:off x="11638209" y="96316"/>
              <a:ext cx="369194" cy="36919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5572B83-E80F-B172-F4AE-1167991253CB}"/>
                </a:ext>
              </a:extLst>
            </p:cNvPr>
            <p:cNvSpPr txBox="1"/>
            <p:nvPr/>
          </p:nvSpPr>
          <p:spPr>
            <a:xfrm>
              <a:off x="11536669" y="188580"/>
              <a:ext cx="5722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профиль</a:t>
              </a:r>
            </a:p>
          </p:txBody>
        </p:sp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2CC428AF-CBC2-216D-18CE-A5D7E0F8844F}"/>
                </a:ext>
              </a:extLst>
            </p:cNvPr>
            <p:cNvGrpSpPr/>
            <p:nvPr/>
          </p:nvGrpSpPr>
          <p:grpSpPr>
            <a:xfrm>
              <a:off x="10908405" y="513981"/>
              <a:ext cx="1167685" cy="596721"/>
              <a:chOff x="10908405" y="513981"/>
              <a:chExt cx="1167685" cy="596721"/>
            </a:xfrm>
          </p:grpSpPr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C2547EAD-6AE2-BFBB-1CDF-FF8478643547}"/>
                  </a:ext>
                </a:extLst>
              </p:cNvPr>
              <p:cNvSpPr/>
              <p:nvPr/>
            </p:nvSpPr>
            <p:spPr>
              <a:xfrm>
                <a:off x="10908405" y="513981"/>
                <a:ext cx="1167685" cy="5967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8E6AF1F-3407-9823-9935-68CAE4DD0BA3}"/>
                  </a:ext>
                </a:extLst>
              </p:cNvPr>
              <p:cNvSpPr txBox="1"/>
              <p:nvPr/>
            </p:nvSpPr>
            <p:spPr>
              <a:xfrm>
                <a:off x="11032536" y="603721"/>
                <a:ext cx="695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Настройки</a:t>
                </a:r>
                <a:br>
                  <a:rPr lang="ru-RU" sz="1200" dirty="0"/>
                </a:br>
                <a:r>
                  <a:rPr lang="ru-RU" sz="1200" dirty="0"/>
                  <a:t>Выход</a:t>
                </a:r>
              </a:p>
            </p:txBody>
          </p:sp>
        </p:grpSp>
      </p:grp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5DFC2DFD-5D58-071E-DE24-A27F94DAE589}"/>
              </a:ext>
            </a:extLst>
          </p:cNvPr>
          <p:cNvSpPr/>
          <p:nvPr/>
        </p:nvSpPr>
        <p:spPr>
          <a:xfrm>
            <a:off x="4962659" y="1303540"/>
            <a:ext cx="3053782" cy="19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1B1C58F8-AFC6-0F80-D248-EA8002489FD7}"/>
              </a:ext>
            </a:extLst>
          </p:cNvPr>
          <p:cNvSpPr/>
          <p:nvPr/>
        </p:nvSpPr>
        <p:spPr>
          <a:xfrm flipV="1">
            <a:off x="5102212" y="1771542"/>
            <a:ext cx="2689505" cy="42647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2D4E93-F7F6-9CF5-3493-A5322D5C2AC7}"/>
              </a:ext>
            </a:extLst>
          </p:cNvPr>
          <p:cNvSpPr txBox="1"/>
          <p:nvPr/>
        </p:nvSpPr>
        <p:spPr>
          <a:xfrm>
            <a:off x="5117128" y="1401931"/>
            <a:ext cx="7955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Мои группы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345664-99F1-4601-51BF-7A22F8BF96C9}"/>
              </a:ext>
            </a:extLst>
          </p:cNvPr>
          <p:cNvSpPr txBox="1"/>
          <p:nvPr/>
        </p:nvSpPr>
        <p:spPr>
          <a:xfrm>
            <a:off x="5256271" y="1869933"/>
            <a:ext cx="53860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УИТ-311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0EE63DA0-D696-6D8C-AF02-C836B435D837}"/>
              </a:ext>
            </a:extLst>
          </p:cNvPr>
          <p:cNvSpPr/>
          <p:nvPr/>
        </p:nvSpPr>
        <p:spPr>
          <a:xfrm flipV="1">
            <a:off x="5102212" y="2295937"/>
            <a:ext cx="2689505" cy="42647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0E4055-3E58-510F-2D6E-BDC210D75B2F}"/>
              </a:ext>
            </a:extLst>
          </p:cNvPr>
          <p:cNvSpPr txBox="1"/>
          <p:nvPr/>
        </p:nvSpPr>
        <p:spPr>
          <a:xfrm>
            <a:off x="5256271" y="2394328"/>
            <a:ext cx="53860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УИТ-211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FC46879F-DDE2-A03C-8D1B-B34ECC51E287}"/>
              </a:ext>
            </a:extLst>
          </p:cNvPr>
          <p:cNvSpPr/>
          <p:nvPr/>
        </p:nvSpPr>
        <p:spPr>
          <a:xfrm>
            <a:off x="8219127" y="1303540"/>
            <a:ext cx="3053782" cy="194900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09932C49-9F46-12EE-8DAC-09BBDDE2EF5E}"/>
              </a:ext>
            </a:extLst>
          </p:cNvPr>
          <p:cNvSpPr/>
          <p:nvPr/>
        </p:nvSpPr>
        <p:spPr>
          <a:xfrm flipV="1">
            <a:off x="8358680" y="1984777"/>
            <a:ext cx="2689505" cy="42647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D811E0-1E5A-2C6A-66AF-79858CD7B48C}"/>
              </a:ext>
            </a:extLst>
          </p:cNvPr>
          <p:cNvSpPr txBox="1"/>
          <p:nvPr/>
        </p:nvSpPr>
        <p:spPr>
          <a:xfrm>
            <a:off x="8373596" y="1401931"/>
            <a:ext cx="99597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Мои предметы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E97974CC-1BD2-3AA0-F0E1-5BC85D72D4D2}"/>
              </a:ext>
            </a:extLst>
          </p:cNvPr>
          <p:cNvSpPr/>
          <p:nvPr/>
        </p:nvSpPr>
        <p:spPr>
          <a:xfrm flipV="1">
            <a:off x="8358680" y="2587134"/>
            <a:ext cx="2689505" cy="42647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DABA6D-92B7-FFE0-FDFC-6D3004312802}"/>
              </a:ext>
            </a:extLst>
          </p:cNvPr>
          <p:cNvSpPr txBox="1"/>
          <p:nvPr/>
        </p:nvSpPr>
        <p:spPr>
          <a:xfrm>
            <a:off x="8520831" y="1695477"/>
            <a:ext cx="43691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Группа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C3697E-E0D5-C364-ADCD-0B4815EE6F6B}"/>
              </a:ext>
            </a:extLst>
          </p:cNvPr>
          <p:cNvSpPr txBox="1"/>
          <p:nvPr/>
        </p:nvSpPr>
        <p:spPr>
          <a:xfrm>
            <a:off x="8520831" y="2685525"/>
            <a:ext cx="53860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УИТ-211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682F6-C393-3467-FF86-B047D68D59E3}"/>
              </a:ext>
            </a:extLst>
          </p:cNvPr>
          <p:cNvSpPr txBox="1"/>
          <p:nvPr/>
        </p:nvSpPr>
        <p:spPr>
          <a:xfrm>
            <a:off x="9110814" y="1695477"/>
            <a:ext cx="5775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782491-9E6A-C1C3-234E-4174E144A931}"/>
              </a:ext>
            </a:extLst>
          </p:cNvPr>
          <p:cNvSpPr txBox="1"/>
          <p:nvPr/>
        </p:nvSpPr>
        <p:spPr>
          <a:xfrm>
            <a:off x="9841477" y="1695477"/>
            <a:ext cx="7744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 занятия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48518C0-BCE8-8992-0736-306909BB0232}"/>
              </a:ext>
            </a:extLst>
          </p:cNvPr>
          <p:cNvSpPr txBox="1"/>
          <p:nvPr/>
        </p:nvSpPr>
        <p:spPr>
          <a:xfrm>
            <a:off x="8520831" y="2093375"/>
            <a:ext cx="53860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УИТ-211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24E762-CE25-427E-3008-5F375DD6A312}"/>
              </a:ext>
            </a:extLst>
          </p:cNvPr>
          <p:cNvSpPr txBox="1"/>
          <p:nvPr/>
        </p:nvSpPr>
        <p:spPr>
          <a:xfrm>
            <a:off x="9149799" y="2685525"/>
            <a:ext cx="69140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 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B0B4C6-D890-E9BF-B13C-1386DB2BD4A1}"/>
              </a:ext>
            </a:extLst>
          </p:cNvPr>
          <p:cNvSpPr txBox="1"/>
          <p:nvPr/>
        </p:nvSpPr>
        <p:spPr>
          <a:xfrm>
            <a:off x="9149799" y="2093375"/>
            <a:ext cx="69140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 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726264-19FC-CF46-3084-A2E5FF5A57FB}"/>
              </a:ext>
            </a:extLst>
          </p:cNvPr>
          <p:cNvSpPr txBox="1"/>
          <p:nvPr/>
        </p:nvSpPr>
        <p:spPr>
          <a:xfrm>
            <a:off x="10011074" y="2685525"/>
            <a:ext cx="1667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ЛЗ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E25BD18-C1FE-453F-E67F-07CC036D92B1}"/>
              </a:ext>
            </a:extLst>
          </p:cNvPr>
          <p:cNvSpPr txBox="1"/>
          <p:nvPr/>
        </p:nvSpPr>
        <p:spPr>
          <a:xfrm>
            <a:off x="10011074" y="2093375"/>
            <a:ext cx="17793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ЛК</a:t>
            </a:r>
          </a:p>
        </p:txBody>
      </p:sp>
    </p:spTree>
    <p:extLst>
      <p:ext uri="{BB962C8B-B14F-4D97-AF65-F5344CB8AC3E}">
        <p14:creationId xmlns:p14="http://schemas.microsoft.com/office/powerpoint/2010/main" val="99667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УЧИТЕЛЬ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Как преподаватель я хочу видеть свои группы и предметы которые я веду и сразу переключиться на посещаемость</a:t>
            </a:r>
          </a:p>
        </p:txBody>
      </p:sp>
    </p:spTree>
    <p:extLst>
      <p:ext uri="{BB962C8B-B14F-4D97-AF65-F5344CB8AC3E}">
        <p14:creationId xmlns:p14="http://schemas.microsoft.com/office/powerpoint/2010/main" val="190346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122 – СТРАНИЦА УЧИТЕЛЬ – ПОСЕЩАЕМОСТЬ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преподаватель если просто переходит сюда через меню, то вначале выбирает группу потом автоматом подтягиваются предметы этой группы и потом можно выбрать тип занятия, если типа занятия нет то он неактивный</a:t>
            </a:r>
          </a:p>
          <a:p>
            <a:endParaRPr lang="ru-RU" sz="1100" dirty="0"/>
          </a:p>
          <a:p>
            <a:r>
              <a:rPr lang="ru-RU" sz="1100" dirty="0"/>
              <a:t>2 – преподаватель только читает не изменяет данные</a:t>
            </a:r>
          </a:p>
          <a:p>
            <a:endParaRPr lang="ru-RU" sz="1100" dirty="0"/>
          </a:p>
          <a:p>
            <a:r>
              <a:rPr lang="ru-RU" sz="1100" dirty="0"/>
              <a:t>3 – если стоит «У» то при наведении должно открыться подсказка а при нажатии открывается </a:t>
            </a:r>
            <a:r>
              <a:rPr lang="en-US" sz="1100" dirty="0"/>
              <a:t>aside </a:t>
            </a:r>
            <a:r>
              <a:rPr lang="ru-RU" sz="1100" dirty="0"/>
              <a:t>окно в котором подробно тип, документ можно посмотреть</a:t>
            </a:r>
          </a:p>
          <a:p>
            <a:endParaRPr lang="ru-RU" sz="1100" dirty="0"/>
          </a:p>
          <a:p>
            <a:r>
              <a:rPr lang="ru-RU" sz="1100" dirty="0"/>
              <a:t>4 – скачать аналогично в 4-х форматах </a:t>
            </a:r>
            <a:r>
              <a:rPr lang="en-US" sz="1100" dirty="0"/>
              <a:t>docx pdf </a:t>
            </a:r>
            <a:r>
              <a:rPr lang="en-US" sz="1100" dirty="0" err="1"/>
              <a:t>png</a:t>
            </a:r>
            <a:r>
              <a:rPr lang="en-US" sz="1100" dirty="0"/>
              <a:t> html </a:t>
            </a:r>
            <a:r>
              <a:rPr lang="ru-RU" sz="1100" dirty="0"/>
              <a:t>шаблон надо будет сделать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54CC40B-5EFA-6648-BFAE-1AC0CE5D06CC}"/>
              </a:ext>
            </a:extLst>
          </p:cNvPr>
          <p:cNvGrpSpPr/>
          <p:nvPr/>
        </p:nvGrpSpPr>
        <p:grpSpPr>
          <a:xfrm>
            <a:off x="4928314" y="96316"/>
            <a:ext cx="7180628" cy="1014386"/>
            <a:chOff x="4928314" y="96316"/>
            <a:chExt cx="7180628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084C5E11-70B2-6D15-1CDC-EF0281056A5F}"/>
                </a:ext>
              </a:extLst>
            </p:cNvPr>
            <p:cNvGrpSpPr/>
            <p:nvPr/>
          </p:nvGrpSpPr>
          <p:grpSpPr>
            <a:xfrm>
              <a:off x="4928314" y="128790"/>
              <a:ext cx="2627291" cy="287630"/>
              <a:chOff x="1803041" y="2137890"/>
              <a:chExt cx="2843903" cy="523744"/>
            </a:xfrm>
          </p:grpSpPr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A314876B-C88E-00A2-8B54-B45084DBF845}"/>
                  </a:ext>
                </a:extLst>
              </p:cNvPr>
              <p:cNvSpPr/>
              <p:nvPr/>
            </p:nvSpPr>
            <p:spPr>
              <a:xfrm>
                <a:off x="1803041" y="2137894"/>
                <a:ext cx="2843903" cy="52374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09564609-B55F-3B21-2AE9-ADF2E0EAE47F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2244647" cy="504385"/>
                <a:chOff x="2082085" y="1725766"/>
                <a:chExt cx="2244647" cy="504385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5DB3DDA-4BEA-4AC0-DA53-EF7FBA4716C1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13D51B-DE28-C6B8-4F00-CC8022C28426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96E897C-FB93-D160-67BA-B469F0C2B136}"/>
                    </a:ext>
                  </a:extLst>
                </p:cNvPr>
                <p:cNvSpPr txBox="1"/>
                <p:nvPr/>
              </p:nvSpPr>
              <p:spPr>
                <a:xfrm>
                  <a:off x="3566659" y="1725766"/>
                  <a:ext cx="760073" cy="50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Учитель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924740EE-265C-6183-3A01-8C81D646EF09}"/>
                </a:ext>
              </a:extLst>
            </p:cNvPr>
            <p:cNvGrpSpPr/>
            <p:nvPr/>
          </p:nvGrpSpPr>
          <p:grpSpPr>
            <a:xfrm>
              <a:off x="4928315" y="598868"/>
              <a:ext cx="4738618" cy="184666"/>
              <a:chOff x="2659614" y="2814035"/>
              <a:chExt cx="4738618" cy="1846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F54000-DA4B-0842-F408-B8820171CDEC}"/>
                  </a:ext>
                </a:extLst>
              </p:cNvPr>
              <p:cNvSpPr txBox="1"/>
              <p:nvPr/>
            </p:nvSpPr>
            <p:spPr>
              <a:xfrm>
                <a:off x="2659614" y="2814035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3D54E5-9B86-894D-5E44-68AAC8D4A590}"/>
                  </a:ext>
                </a:extLst>
              </p:cNvPr>
              <p:cNvSpPr txBox="1"/>
              <p:nvPr/>
            </p:nvSpPr>
            <p:spPr>
              <a:xfrm>
                <a:off x="3353373" y="2814035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48F2C4-1FC1-AE0D-F7F2-F8D3A363261F}"/>
                  </a:ext>
                </a:extLst>
              </p:cNvPr>
              <p:cNvSpPr txBox="1"/>
              <p:nvPr/>
            </p:nvSpPr>
            <p:spPr>
              <a:xfrm>
                <a:off x="4497961" y="2814035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CC18B5-34B3-4132-63E4-63F833C8EACD}"/>
                  </a:ext>
                </a:extLst>
              </p:cNvPr>
              <p:cNvSpPr txBox="1"/>
              <p:nvPr/>
            </p:nvSpPr>
            <p:spPr>
              <a:xfrm>
                <a:off x="5382668" y="2814035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FAE737-9EA6-2746-F321-65B95C41DF98}"/>
                  </a:ext>
                </a:extLst>
              </p:cNvPr>
              <p:cNvSpPr txBox="1"/>
              <p:nvPr/>
            </p:nvSpPr>
            <p:spPr>
              <a:xfrm>
                <a:off x="6844072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25C216-34F7-2607-577F-0E5554EBA55A}"/>
                  </a:ext>
                </a:extLst>
              </p:cNvPr>
              <p:cNvSpPr txBox="1"/>
              <p:nvPr/>
            </p:nvSpPr>
            <p:spPr>
              <a:xfrm>
                <a:off x="7398167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b="1" dirty="0"/>
              </a:p>
            </p:txBody>
          </p:sp>
        </p:grp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C24EED36-484F-1485-B901-82ABE5FD4385}"/>
                </a:ext>
              </a:extLst>
            </p:cNvPr>
            <p:cNvSpPr/>
            <p:nvPr/>
          </p:nvSpPr>
          <p:spPr>
            <a:xfrm>
              <a:off x="11638209" y="96316"/>
              <a:ext cx="369194" cy="36919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D957B2-B703-6011-27BA-05827215D461}"/>
                </a:ext>
              </a:extLst>
            </p:cNvPr>
            <p:cNvSpPr txBox="1"/>
            <p:nvPr/>
          </p:nvSpPr>
          <p:spPr>
            <a:xfrm>
              <a:off x="11536669" y="188580"/>
              <a:ext cx="5722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профиль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49C78D5E-866D-BD6B-13F6-242F9A9DE48F}"/>
                </a:ext>
              </a:extLst>
            </p:cNvPr>
            <p:cNvGrpSpPr/>
            <p:nvPr/>
          </p:nvGrpSpPr>
          <p:grpSpPr>
            <a:xfrm>
              <a:off x="10908405" y="513981"/>
              <a:ext cx="1167685" cy="596721"/>
              <a:chOff x="10908405" y="513981"/>
              <a:chExt cx="1167685" cy="596721"/>
            </a:xfrm>
          </p:grpSpPr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E70EC7E-A037-0E17-F142-FBDC24C32DBA}"/>
                  </a:ext>
                </a:extLst>
              </p:cNvPr>
              <p:cNvSpPr/>
              <p:nvPr/>
            </p:nvSpPr>
            <p:spPr>
              <a:xfrm>
                <a:off x="10908405" y="513981"/>
                <a:ext cx="1167685" cy="5967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131BD2-DE2E-22A5-3BBC-99C2DB604C3A}"/>
                  </a:ext>
                </a:extLst>
              </p:cNvPr>
              <p:cNvSpPr txBox="1"/>
              <p:nvPr/>
            </p:nvSpPr>
            <p:spPr>
              <a:xfrm>
                <a:off x="11032536" y="603721"/>
                <a:ext cx="695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Настройки</a:t>
                </a:r>
                <a:br>
                  <a:rPr lang="ru-RU" sz="1200" dirty="0"/>
                </a:br>
                <a:r>
                  <a:rPr lang="ru-RU" sz="1200" dirty="0"/>
                  <a:t>Выход</a:t>
                </a:r>
              </a:p>
            </p:txBody>
          </p:sp>
        </p:grpSp>
      </p:grp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B67DB64-A763-B398-8977-0AB6FA5C90FC}"/>
              </a:ext>
            </a:extLst>
          </p:cNvPr>
          <p:cNvSpPr/>
          <p:nvPr/>
        </p:nvSpPr>
        <p:spPr>
          <a:xfrm>
            <a:off x="4945145" y="1266975"/>
            <a:ext cx="7130945" cy="25194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82505D6-8F7A-DA8F-CCDF-D3CA7BC5ACE1}"/>
              </a:ext>
            </a:extLst>
          </p:cNvPr>
          <p:cNvSpPr/>
          <p:nvPr/>
        </p:nvSpPr>
        <p:spPr>
          <a:xfrm>
            <a:off x="6454486" y="1418070"/>
            <a:ext cx="1912309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E1406D-5EEA-0DDB-C83D-C06B834864A7}"/>
              </a:ext>
            </a:extLst>
          </p:cNvPr>
          <p:cNvSpPr txBox="1"/>
          <p:nvPr/>
        </p:nvSpPr>
        <p:spPr>
          <a:xfrm>
            <a:off x="6581072" y="1469551"/>
            <a:ext cx="175802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Выбрать предмет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7ED2F36-41C4-7455-B0AE-6420486F8AC3}"/>
              </a:ext>
            </a:extLst>
          </p:cNvPr>
          <p:cNvSpPr/>
          <p:nvPr/>
        </p:nvSpPr>
        <p:spPr>
          <a:xfrm>
            <a:off x="8557385" y="1414638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383301-D164-C4D9-C285-999A36692C43}"/>
              </a:ext>
            </a:extLst>
          </p:cNvPr>
          <p:cNvSpPr txBox="1"/>
          <p:nvPr/>
        </p:nvSpPr>
        <p:spPr>
          <a:xfrm>
            <a:off x="8626556" y="1462701"/>
            <a:ext cx="26763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ЛК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D2531D8-CF4F-CD57-2D31-A09549FF0D1D}"/>
              </a:ext>
            </a:extLst>
          </p:cNvPr>
          <p:cNvSpPr/>
          <p:nvPr/>
        </p:nvSpPr>
        <p:spPr>
          <a:xfrm>
            <a:off x="9110191" y="1414638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0218B7-5EBA-1EE2-4EFD-3FB933620D81}"/>
              </a:ext>
            </a:extLst>
          </p:cNvPr>
          <p:cNvSpPr txBox="1"/>
          <p:nvPr/>
        </p:nvSpPr>
        <p:spPr>
          <a:xfrm>
            <a:off x="9179362" y="1462701"/>
            <a:ext cx="26763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ПЗ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B30F9FC-9B80-8C65-2FF8-DAD56683C428}"/>
              </a:ext>
            </a:extLst>
          </p:cNvPr>
          <p:cNvSpPr/>
          <p:nvPr/>
        </p:nvSpPr>
        <p:spPr>
          <a:xfrm>
            <a:off x="9627767" y="1414638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422A53-1080-E654-B25B-023736D44E76}"/>
              </a:ext>
            </a:extLst>
          </p:cNvPr>
          <p:cNvSpPr txBox="1"/>
          <p:nvPr/>
        </p:nvSpPr>
        <p:spPr>
          <a:xfrm>
            <a:off x="9696938" y="1462701"/>
            <a:ext cx="26763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ЛЗ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66854F6-50D5-E9CC-9F4C-D5BC4C277574}"/>
              </a:ext>
            </a:extLst>
          </p:cNvPr>
          <p:cNvSpPr/>
          <p:nvPr/>
        </p:nvSpPr>
        <p:spPr>
          <a:xfrm>
            <a:off x="5066929" y="1418070"/>
            <a:ext cx="1196968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0012EF-A805-79FC-4900-BDD22811D74C}"/>
              </a:ext>
            </a:extLst>
          </p:cNvPr>
          <p:cNvSpPr txBox="1"/>
          <p:nvPr/>
        </p:nvSpPr>
        <p:spPr>
          <a:xfrm>
            <a:off x="5193514" y="1469551"/>
            <a:ext cx="110039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Группа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0DCDB4-25EF-CB6A-7252-51E3AA97133A}"/>
              </a:ext>
            </a:extLst>
          </p:cNvPr>
          <p:cNvSpPr txBox="1"/>
          <p:nvPr/>
        </p:nvSpPr>
        <p:spPr>
          <a:xfrm>
            <a:off x="5032970" y="2137658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C3F4E4-12D8-E352-CCF4-93A06E02D683}"/>
              </a:ext>
            </a:extLst>
          </p:cNvPr>
          <p:cNvSpPr txBox="1"/>
          <p:nvPr/>
        </p:nvSpPr>
        <p:spPr>
          <a:xfrm>
            <a:off x="5032970" y="2478597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2E3650-2F48-5D1B-0F87-CE765CD66661}"/>
              </a:ext>
            </a:extLst>
          </p:cNvPr>
          <p:cNvSpPr txBox="1"/>
          <p:nvPr/>
        </p:nvSpPr>
        <p:spPr>
          <a:xfrm>
            <a:off x="5538372" y="1723608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0A7B79-22CC-FE93-E904-ECC568FE7B60}"/>
              </a:ext>
            </a:extLst>
          </p:cNvPr>
          <p:cNvSpPr txBox="1"/>
          <p:nvPr/>
        </p:nvSpPr>
        <p:spPr>
          <a:xfrm>
            <a:off x="5538372" y="1955901"/>
            <a:ext cx="288476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 занятия если выбрано несколько типов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8979DA-C291-3BD9-C9F7-60AE21AD9EDB}"/>
              </a:ext>
            </a:extLst>
          </p:cNvPr>
          <p:cNvSpPr txBox="1"/>
          <p:nvPr/>
        </p:nvSpPr>
        <p:spPr>
          <a:xfrm>
            <a:off x="8567681" y="1723608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AA73F7-A05D-0E41-5595-D2F5BDC641E6}"/>
              </a:ext>
            </a:extLst>
          </p:cNvPr>
          <p:cNvSpPr txBox="1"/>
          <p:nvPr/>
        </p:nvSpPr>
        <p:spPr>
          <a:xfrm>
            <a:off x="8567681" y="1955901"/>
            <a:ext cx="7744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 занятия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5C564B-D290-CF0C-858E-5173821F4ADA}"/>
              </a:ext>
            </a:extLst>
          </p:cNvPr>
          <p:cNvSpPr txBox="1"/>
          <p:nvPr/>
        </p:nvSpPr>
        <p:spPr>
          <a:xfrm>
            <a:off x="5032970" y="2819301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72B063-09CE-3988-7C72-49FB4539CA83}"/>
              </a:ext>
            </a:extLst>
          </p:cNvPr>
          <p:cNvSpPr txBox="1"/>
          <p:nvPr/>
        </p:nvSpPr>
        <p:spPr>
          <a:xfrm>
            <a:off x="5032970" y="3160240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47BA18-83C4-7D4A-BF73-31BB6A14898A}"/>
              </a:ext>
            </a:extLst>
          </p:cNvPr>
          <p:cNvSpPr txBox="1"/>
          <p:nvPr/>
        </p:nvSpPr>
        <p:spPr>
          <a:xfrm>
            <a:off x="5571587" y="2137658"/>
            <a:ext cx="689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у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51850B-7A38-A7CA-FE8F-B0FA5A6FDABA}"/>
              </a:ext>
            </a:extLst>
          </p:cNvPr>
          <p:cNvSpPr txBox="1"/>
          <p:nvPr/>
        </p:nvSpPr>
        <p:spPr>
          <a:xfrm>
            <a:off x="5571587" y="2478597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4A77DF-AB0D-10F7-60B3-89CC659AFA27}"/>
              </a:ext>
            </a:extLst>
          </p:cNvPr>
          <p:cNvSpPr txBox="1"/>
          <p:nvPr/>
        </p:nvSpPr>
        <p:spPr>
          <a:xfrm>
            <a:off x="5571587" y="2819301"/>
            <a:ext cx="8175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968A1-5B0A-E4BA-E061-C41966095EA5}"/>
              </a:ext>
            </a:extLst>
          </p:cNvPr>
          <p:cNvSpPr txBox="1"/>
          <p:nvPr/>
        </p:nvSpPr>
        <p:spPr>
          <a:xfrm>
            <a:off x="5571587" y="3160240"/>
            <a:ext cx="8175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529BB5-AAF7-7B86-0736-BD9F5BE8E242}"/>
              </a:ext>
            </a:extLst>
          </p:cNvPr>
          <p:cNvSpPr txBox="1"/>
          <p:nvPr/>
        </p:nvSpPr>
        <p:spPr>
          <a:xfrm>
            <a:off x="8582221" y="2137658"/>
            <a:ext cx="8175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202779-FAC8-6428-40CA-E5DA7FBBA5A3}"/>
              </a:ext>
            </a:extLst>
          </p:cNvPr>
          <p:cNvSpPr txBox="1"/>
          <p:nvPr/>
        </p:nvSpPr>
        <p:spPr>
          <a:xfrm>
            <a:off x="8582221" y="2478597"/>
            <a:ext cx="8175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12EE00-9CBF-DCC5-1D92-5393E6C395E8}"/>
              </a:ext>
            </a:extLst>
          </p:cNvPr>
          <p:cNvSpPr txBox="1"/>
          <p:nvPr/>
        </p:nvSpPr>
        <p:spPr>
          <a:xfrm>
            <a:off x="8582221" y="2819301"/>
            <a:ext cx="8175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/>
              <a:t>н</a:t>
            </a:r>
            <a:endParaRPr lang="ru-RU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2740CB-56E5-CF28-9867-1037D28DB2FB}"/>
              </a:ext>
            </a:extLst>
          </p:cNvPr>
          <p:cNvSpPr txBox="1"/>
          <p:nvPr/>
        </p:nvSpPr>
        <p:spPr>
          <a:xfrm>
            <a:off x="8582221" y="3160240"/>
            <a:ext cx="8175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74EEDA43-FAE1-849D-61B2-17B14211AA8A}"/>
              </a:ext>
            </a:extLst>
          </p:cNvPr>
          <p:cNvSpPr/>
          <p:nvPr/>
        </p:nvSpPr>
        <p:spPr>
          <a:xfrm>
            <a:off x="10775661" y="3838128"/>
            <a:ext cx="1196968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C304F5-8D7C-E52C-20B8-61E0DB71418F}"/>
              </a:ext>
            </a:extLst>
          </p:cNvPr>
          <p:cNvSpPr txBox="1"/>
          <p:nvPr/>
        </p:nvSpPr>
        <p:spPr>
          <a:xfrm>
            <a:off x="10902246" y="3889609"/>
            <a:ext cx="110039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скачать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6CBE9197-5E2C-0BD6-5CC6-FD3B20CA1D0E}"/>
              </a:ext>
            </a:extLst>
          </p:cNvPr>
          <p:cNvSpPr/>
          <p:nvPr/>
        </p:nvSpPr>
        <p:spPr>
          <a:xfrm>
            <a:off x="4945145" y="4269830"/>
            <a:ext cx="2425863" cy="20408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FA3F20-5F55-B609-EA09-2D6A9DF0F163}"/>
              </a:ext>
            </a:extLst>
          </p:cNvPr>
          <p:cNvSpPr txBox="1"/>
          <p:nvPr/>
        </p:nvSpPr>
        <p:spPr>
          <a:xfrm>
            <a:off x="5032970" y="4411569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DFD933-D417-1826-7FAC-DD8AB2C6693E}"/>
              </a:ext>
            </a:extLst>
          </p:cNvPr>
          <p:cNvSpPr txBox="1"/>
          <p:nvPr/>
        </p:nvSpPr>
        <p:spPr>
          <a:xfrm>
            <a:off x="5032970" y="4074275"/>
            <a:ext cx="257833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Карточка </a:t>
            </a:r>
            <a:r>
              <a:rPr lang="en-US" sz="1200" dirty="0"/>
              <a:t>aside </a:t>
            </a:r>
            <a:r>
              <a:rPr lang="ru-RU" sz="1200" dirty="0"/>
              <a:t>уважительной причины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8BB9EE-74F1-38AD-65F0-93455E76E217}"/>
              </a:ext>
            </a:extLst>
          </p:cNvPr>
          <p:cNvSpPr txBox="1"/>
          <p:nvPr/>
        </p:nvSpPr>
        <p:spPr>
          <a:xfrm>
            <a:off x="5032970" y="4592912"/>
            <a:ext cx="17228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 подачи заявки и </a:t>
            </a:r>
          </a:p>
          <a:p>
            <a:r>
              <a:rPr lang="ru-RU" sz="1200" dirty="0"/>
              <a:t>подтверждения старостой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BE77D9-DA80-1676-C0A6-FCBE423DF6F3}"/>
              </a:ext>
            </a:extLst>
          </p:cNvPr>
          <p:cNvSpPr txBox="1"/>
          <p:nvPr/>
        </p:nvSpPr>
        <p:spPr>
          <a:xfrm>
            <a:off x="5032970" y="5137528"/>
            <a:ext cx="18168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 уважительной причины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12B840-D9CA-9EAE-2C9A-895EEE54193B}"/>
              </a:ext>
            </a:extLst>
          </p:cNvPr>
          <p:cNvSpPr txBox="1"/>
          <p:nvPr/>
        </p:nvSpPr>
        <p:spPr>
          <a:xfrm>
            <a:off x="5032970" y="5462791"/>
            <a:ext cx="8057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Коментарий</a:t>
            </a:r>
            <a:endParaRPr lang="ru-RU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EF4D16-FDD0-77DC-94AE-9FDEFFE8984A}"/>
              </a:ext>
            </a:extLst>
          </p:cNvPr>
          <p:cNvSpPr txBox="1"/>
          <p:nvPr/>
        </p:nvSpPr>
        <p:spPr>
          <a:xfrm>
            <a:off x="5032970" y="5946232"/>
            <a:ext cx="17649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Файлы можно посмотреть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5262E8-0623-90CB-3229-A282EF09E5AC}"/>
              </a:ext>
            </a:extLst>
          </p:cNvPr>
          <p:cNvSpPr txBox="1"/>
          <p:nvPr/>
        </p:nvSpPr>
        <p:spPr>
          <a:xfrm>
            <a:off x="9894101" y="1745366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 «+»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C1FFF6-028F-2CC2-CABA-DE9A53B2379F}"/>
              </a:ext>
            </a:extLst>
          </p:cNvPr>
          <p:cNvSpPr txBox="1"/>
          <p:nvPr/>
        </p:nvSpPr>
        <p:spPr>
          <a:xfrm>
            <a:off x="10418558" y="1745366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 «у»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F05DFD-67F6-8940-148C-F9E70F6D7D2E}"/>
              </a:ext>
            </a:extLst>
          </p:cNvPr>
          <p:cNvSpPr txBox="1"/>
          <p:nvPr/>
        </p:nvSpPr>
        <p:spPr>
          <a:xfrm>
            <a:off x="10902246" y="1745366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 «н»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8A8276-BD5C-B74E-BC2E-0023870E64A4}"/>
              </a:ext>
            </a:extLst>
          </p:cNvPr>
          <p:cNvSpPr txBox="1"/>
          <p:nvPr/>
        </p:nvSpPr>
        <p:spPr>
          <a:xfrm>
            <a:off x="11390743" y="1745366"/>
            <a:ext cx="6075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 «+ и у»</a:t>
            </a:r>
          </a:p>
        </p:txBody>
      </p:sp>
    </p:spTree>
    <p:extLst>
      <p:ext uri="{BB962C8B-B14F-4D97-AF65-F5344CB8AC3E}">
        <p14:creationId xmlns:p14="http://schemas.microsoft.com/office/powerpoint/2010/main" val="365979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122 – СТРАНИЦА УЧИТЕЛЬ – ПОСЕЩАЕМОСТЬ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преподаватель хочет видеть журнал по своему предмету посещаемость список в алфавитном порядке и нет сортировки и фильтров, если у то при наведении пояснение</a:t>
            </a:r>
          </a:p>
        </p:txBody>
      </p:sp>
    </p:spTree>
    <p:extLst>
      <p:ext uri="{BB962C8B-B14F-4D97-AF65-F5344CB8AC3E}">
        <p14:creationId xmlns:p14="http://schemas.microsoft.com/office/powerpoint/2010/main" val="169332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123 – СТРАНИЦА УЧИТЕЛЬ – СТАТИСТИКА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при попадании сюда через навигацию то преподавателю вначале надо выбрать группу, далее открывается фильтр на предмет и потом на тип (несколько типов можно выбрать)</a:t>
            </a:r>
          </a:p>
          <a:p>
            <a:endParaRPr lang="ru-RU" sz="1100" dirty="0"/>
          </a:p>
          <a:p>
            <a:r>
              <a:rPr lang="ru-RU" sz="1100" dirty="0"/>
              <a:t>2 – при этом можно выбрать несколько типов занятий и все они будут учитываться в статистике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C600899-D7E4-457B-DED3-E77C61D5A5B8}"/>
              </a:ext>
            </a:extLst>
          </p:cNvPr>
          <p:cNvGrpSpPr/>
          <p:nvPr/>
        </p:nvGrpSpPr>
        <p:grpSpPr>
          <a:xfrm>
            <a:off x="4928314" y="96316"/>
            <a:ext cx="7180628" cy="1014386"/>
            <a:chOff x="4928314" y="96316"/>
            <a:chExt cx="7180628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C34D0489-ECA3-1C6D-DDA5-DB18FEB7C3FD}"/>
                </a:ext>
              </a:extLst>
            </p:cNvPr>
            <p:cNvGrpSpPr/>
            <p:nvPr/>
          </p:nvGrpSpPr>
          <p:grpSpPr>
            <a:xfrm>
              <a:off x="4928314" y="128790"/>
              <a:ext cx="2627291" cy="287630"/>
              <a:chOff x="1803041" y="2137890"/>
              <a:chExt cx="2843903" cy="523744"/>
            </a:xfrm>
          </p:grpSpPr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723148BF-2602-73CA-D32D-9AC5443949DA}"/>
                  </a:ext>
                </a:extLst>
              </p:cNvPr>
              <p:cNvSpPr/>
              <p:nvPr/>
            </p:nvSpPr>
            <p:spPr>
              <a:xfrm>
                <a:off x="1803041" y="2137894"/>
                <a:ext cx="2843903" cy="52374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3C44C86C-10F6-4A74-F823-7FF337A7F3F9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2244647" cy="504385"/>
                <a:chOff x="2082085" y="1725766"/>
                <a:chExt cx="2244647" cy="504385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511B58-919D-7B67-F356-7238A46DC1C8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335F3D2-19B4-A665-F5ED-FB38C4861AA8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46E487A-0B4D-862D-9A6C-DF85CD80A0B6}"/>
                    </a:ext>
                  </a:extLst>
                </p:cNvPr>
                <p:cNvSpPr txBox="1"/>
                <p:nvPr/>
              </p:nvSpPr>
              <p:spPr>
                <a:xfrm>
                  <a:off x="3566659" y="1725766"/>
                  <a:ext cx="760073" cy="50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Учитель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7B63EB14-F76A-362F-918E-0B4CA45D09E8}"/>
                </a:ext>
              </a:extLst>
            </p:cNvPr>
            <p:cNvGrpSpPr/>
            <p:nvPr/>
          </p:nvGrpSpPr>
          <p:grpSpPr>
            <a:xfrm>
              <a:off x="4928315" y="598868"/>
              <a:ext cx="4738618" cy="184666"/>
              <a:chOff x="2659614" y="2814035"/>
              <a:chExt cx="4738618" cy="1846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EA0558-AD94-F3E2-FF9B-55D2402E696A}"/>
                  </a:ext>
                </a:extLst>
              </p:cNvPr>
              <p:cNvSpPr txBox="1"/>
              <p:nvPr/>
            </p:nvSpPr>
            <p:spPr>
              <a:xfrm>
                <a:off x="2659614" y="2814035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B1F93F-5A9B-56C1-20F2-ECE414579AAA}"/>
                  </a:ext>
                </a:extLst>
              </p:cNvPr>
              <p:cNvSpPr txBox="1"/>
              <p:nvPr/>
            </p:nvSpPr>
            <p:spPr>
              <a:xfrm>
                <a:off x="3353373" y="2814035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742826-B402-F30C-EBDF-F890571795A2}"/>
                  </a:ext>
                </a:extLst>
              </p:cNvPr>
              <p:cNvSpPr txBox="1"/>
              <p:nvPr/>
            </p:nvSpPr>
            <p:spPr>
              <a:xfrm>
                <a:off x="4497961" y="2814035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A22706-273D-BF4D-D47A-B69B989C9D8A}"/>
                  </a:ext>
                </a:extLst>
              </p:cNvPr>
              <p:cNvSpPr txBox="1"/>
              <p:nvPr/>
            </p:nvSpPr>
            <p:spPr>
              <a:xfrm>
                <a:off x="5382668" y="2814035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D79BED-129E-70B1-76E4-DB1CFF0748ED}"/>
                  </a:ext>
                </a:extLst>
              </p:cNvPr>
              <p:cNvSpPr txBox="1"/>
              <p:nvPr/>
            </p:nvSpPr>
            <p:spPr>
              <a:xfrm>
                <a:off x="6844072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2749733-0585-E162-9949-D8BBBE6163C1}"/>
                  </a:ext>
                </a:extLst>
              </p:cNvPr>
              <p:cNvSpPr txBox="1"/>
              <p:nvPr/>
            </p:nvSpPr>
            <p:spPr>
              <a:xfrm>
                <a:off x="7398167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b="1" dirty="0"/>
              </a:p>
            </p:txBody>
          </p:sp>
        </p:grp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C914CED5-74A4-7EA7-4919-E130181DDAED}"/>
                </a:ext>
              </a:extLst>
            </p:cNvPr>
            <p:cNvSpPr/>
            <p:nvPr/>
          </p:nvSpPr>
          <p:spPr>
            <a:xfrm>
              <a:off x="11638209" y="96316"/>
              <a:ext cx="369194" cy="36919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291A9A-60F4-9376-B1EE-B09F70EA0C8C}"/>
                </a:ext>
              </a:extLst>
            </p:cNvPr>
            <p:cNvSpPr txBox="1"/>
            <p:nvPr/>
          </p:nvSpPr>
          <p:spPr>
            <a:xfrm>
              <a:off x="11536669" y="188580"/>
              <a:ext cx="5722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профиль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553B76FC-96D4-433C-7640-D091EC5F9AB2}"/>
                </a:ext>
              </a:extLst>
            </p:cNvPr>
            <p:cNvGrpSpPr/>
            <p:nvPr/>
          </p:nvGrpSpPr>
          <p:grpSpPr>
            <a:xfrm>
              <a:off x="10908405" y="513981"/>
              <a:ext cx="1167685" cy="596721"/>
              <a:chOff x="10908405" y="513981"/>
              <a:chExt cx="1167685" cy="596721"/>
            </a:xfrm>
          </p:grpSpPr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3A6340B6-3867-1BF3-9F4F-4316485254E1}"/>
                  </a:ext>
                </a:extLst>
              </p:cNvPr>
              <p:cNvSpPr/>
              <p:nvPr/>
            </p:nvSpPr>
            <p:spPr>
              <a:xfrm>
                <a:off x="10908405" y="513981"/>
                <a:ext cx="1167685" cy="5967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06003D-C4E2-3C22-EC49-C088E18BB846}"/>
                  </a:ext>
                </a:extLst>
              </p:cNvPr>
              <p:cNvSpPr txBox="1"/>
              <p:nvPr/>
            </p:nvSpPr>
            <p:spPr>
              <a:xfrm>
                <a:off x="11032536" y="603721"/>
                <a:ext cx="695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Настройки</a:t>
                </a:r>
                <a:br>
                  <a:rPr lang="ru-RU" sz="1200" dirty="0"/>
                </a:br>
                <a:r>
                  <a:rPr lang="ru-RU" sz="1200" dirty="0"/>
                  <a:t>Выход</a:t>
                </a:r>
              </a:p>
            </p:txBody>
          </p:sp>
        </p:grpSp>
      </p:grp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827D2B2-9799-5A36-EA69-84A2C63BB00C}"/>
              </a:ext>
            </a:extLst>
          </p:cNvPr>
          <p:cNvSpPr/>
          <p:nvPr/>
        </p:nvSpPr>
        <p:spPr>
          <a:xfrm>
            <a:off x="4962659" y="1548067"/>
            <a:ext cx="7113301" cy="19710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2770F82-6189-CB66-B3C4-9B923805BC0E}"/>
              </a:ext>
            </a:extLst>
          </p:cNvPr>
          <p:cNvSpPr/>
          <p:nvPr/>
        </p:nvSpPr>
        <p:spPr>
          <a:xfrm>
            <a:off x="4962660" y="1200442"/>
            <a:ext cx="61818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2CDE79-D47E-8794-4A81-532EFFDC509A}"/>
              </a:ext>
            </a:extLst>
          </p:cNvPr>
          <p:cNvSpPr txBox="1"/>
          <p:nvPr/>
        </p:nvSpPr>
        <p:spPr>
          <a:xfrm>
            <a:off x="5009880" y="1252531"/>
            <a:ext cx="43691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Группа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CBA89DA-183A-D5C2-7048-8FFFE5A36A0E}"/>
              </a:ext>
            </a:extLst>
          </p:cNvPr>
          <p:cNvSpPr/>
          <p:nvPr/>
        </p:nvSpPr>
        <p:spPr>
          <a:xfrm>
            <a:off x="5679686" y="1200442"/>
            <a:ext cx="61818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FB2BC-35C1-31D3-F52C-A26DED8F9F0F}"/>
              </a:ext>
            </a:extLst>
          </p:cNvPr>
          <p:cNvSpPr txBox="1"/>
          <p:nvPr/>
        </p:nvSpPr>
        <p:spPr>
          <a:xfrm>
            <a:off x="5726906" y="1252531"/>
            <a:ext cx="5775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C22EA3-D039-DBA4-75D5-CF1D368AB586}"/>
              </a:ext>
            </a:extLst>
          </p:cNvPr>
          <p:cNvSpPr/>
          <p:nvPr/>
        </p:nvSpPr>
        <p:spPr>
          <a:xfrm>
            <a:off x="6437272" y="1200442"/>
            <a:ext cx="952889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F7B862-060B-5C6B-539D-4730EF528BE2}"/>
              </a:ext>
            </a:extLst>
          </p:cNvPr>
          <p:cNvSpPr txBox="1"/>
          <p:nvPr/>
        </p:nvSpPr>
        <p:spPr>
          <a:xfrm>
            <a:off x="6526494" y="1252531"/>
            <a:ext cx="7744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 занятия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7B6608-0E3C-1D6D-76E3-10E53F7F5AA1}"/>
              </a:ext>
            </a:extLst>
          </p:cNvPr>
          <p:cNvSpPr txBox="1"/>
          <p:nvPr/>
        </p:nvSpPr>
        <p:spPr>
          <a:xfrm>
            <a:off x="5792926" y="1779821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 «+»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7835C2-4A64-215D-9971-41D34843DA47}"/>
              </a:ext>
            </a:extLst>
          </p:cNvPr>
          <p:cNvSpPr txBox="1"/>
          <p:nvPr/>
        </p:nvSpPr>
        <p:spPr>
          <a:xfrm>
            <a:off x="5075900" y="2146935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E24B6F-41F9-7B7B-2F0C-724F93E5AEA3}"/>
              </a:ext>
            </a:extLst>
          </p:cNvPr>
          <p:cNvSpPr txBox="1"/>
          <p:nvPr/>
        </p:nvSpPr>
        <p:spPr>
          <a:xfrm>
            <a:off x="7437276" y="1779821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 «у»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EA74E3-2218-68A6-5BC8-34881470B19F}"/>
              </a:ext>
            </a:extLst>
          </p:cNvPr>
          <p:cNvSpPr txBox="1"/>
          <p:nvPr/>
        </p:nvSpPr>
        <p:spPr>
          <a:xfrm>
            <a:off x="8128953" y="1779821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 «н»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719181-C2F7-A8B4-B86B-2C1E3441B370}"/>
              </a:ext>
            </a:extLst>
          </p:cNvPr>
          <p:cNvSpPr txBox="1"/>
          <p:nvPr/>
        </p:nvSpPr>
        <p:spPr>
          <a:xfrm>
            <a:off x="6484603" y="1779821"/>
            <a:ext cx="6027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 «+ и у»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193F081-722D-B615-DE94-9056E7688361}"/>
              </a:ext>
            </a:extLst>
          </p:cNvPr>
          <p:cNvSpPr/>
          <p:nvPr/>
        </p:nvSpPr>
        <p:spPr>
          <a:xfrm>
            <a:off x="11329116" y="3579077"/>
            <a:ext cx="61818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D5A25E-307B-7E18-2944-499C114391CF}"/>
              </a:ext>
            </a:extLst>
          </p:cNvPr>
          <p:cNvSpPr txBox="1"/>
          <p:nvPr/>
        </p:nvSpPr>
        <p:spPr>
          <a:xfrm>
            <a:off x="11376336" y="3631166"/>
            <a:ext cx="5022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Скачать</a:t>
            </a:r>
          </a:p>
        </p:txBody>
      </p:sp>
    </p:spTree>
    <p:extLst>
      <p:ext uri="{BB962C8B-B14F-4D97-AF65-F5344CB8AC3E}">
        <p14:creationId xmlns:p14="http://schemas.microsoft.com/office/powerpoint/2010/main" val="333383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123 – СТРАНИЦА УЧИТЕЛЬ – СТАТИСТИКА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0728020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466</Words>
  <Application>Microsoft Office PowerPoint</Application>
  <PresentationFormat>Широкоэкранный</PresentationFormat>
  <Paragraphs>117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keysoft.store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Дитковский</dc:creator>
  <cp:lastModifiedBy>Максим Дитковский</cp:lastModifiedBy>
  <cp:revision>81</cp:revision>
  <dcterms:created xsi:type="dcterms:W3CDTF">2026-07-26T18:25:54Z</dcterms:created>
  <dcterms:modified xsi:type="dcterms:W3CDTF">2026-07-29T19:29:25Z</dcterms:modified>
</cp:coreProperties>
</file>